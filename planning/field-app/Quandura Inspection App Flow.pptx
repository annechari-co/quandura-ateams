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ef709c3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ef709c3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f4083d75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f4083d75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f4083d75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f4083d75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1d7e99c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1d7e99c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f4083d75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f4083d75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160274" y="887856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Login</a:t>
            </a:r>
            <a:endParaRPr sz="1000"/>
          </a:p>
        </p:txBody>
      </p:sp>
      <p:sp>
        <p:nvSpPr>
          <p:cNvPr id="55" name="Google Shape;55;p13"/>
          <p:cNvSpPr/>
          <p:nvPr/>
        </p:nvSpPr>
        <p:spPr>
          <a:xfrm>
            <a:off x="2160785" y="1495922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2FA</a:t>
            </a:r>
            <a:endParaRPr sz="1000"/>
          </a:p>
        </p:txBody>
      </p:sp>
      <p:sp>
        <p:nvSpPr>
          <p:cNvPr id="56" name="Google Shape;56;p13"/>
          <p:cNvSpPr/>
          <p:nvPr/>
        </p:nvSpPr>
        <p:spPr>
          <a:xfrm>
            <a:off x="3175149" y="756692"/>
            <a:ext cx="662700" cy="662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New User</a:t>
            </a:r>
            <a:endParaRPr sz="1000"/>
          </a:p>
        </p:txBody>
      </p:sp>
      <p:sp>
        <p:nvSpPr>
          <p:cNvPr id="57" name="Google Shape;57;p13"/>
          <p:cNvSpPr/>
          <p:nvPr/>
        </p:nvSpPr>
        <p:spPr>
          <a:xfrm>
            <a:off x="3997768" y="888879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Create Account</a:t>
            </a:r>
            <a:endParaRPr sz="1000"/>
          </a:p>
        </p:txBody>
      </p:sp>
      <p:sp>
        <p:nvSpPr>
          <p:cNvPr id="58" name="Google Shape;58;p13"/>
          <p:cNvSpPr/>
          <p:nvPr/>
        </p:nvSpPr>
        <p:spPr>
          <a:xfrm>
            <a:off x="2161297" y="2069468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User Home Page</a:t>
            </a:r>
            <a:endParaRPr sz="900"/>
          </a:p>
        </p:txBody>
      </p:sp>
      <p:sp>
        <p:nvSpPr>
          <p:cNvPr id="59" name="Google Shape;59;p13"/>
          <p:cNvSpPr/>
          <p:nvPr/>
        </p:nvSpPr>
        <p:spPr>
          <a:xfrm>
            <a:off x="4964843" y="889390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Verify by Email</a:t>
            </a:r>
            <a:endParaRPr sz="1000"/>
          </a:p>
        </p:txBody>
      </p:sp>
      <p:sp>
        <p:nvSpPr>
          <p:cNvPr id="60" name="Google Shape;60;p13"/>
          <p:cNvSpPr/>
          <p:nvPr/>
        </p:nvSpPr>
        <p:spPr>
          <a:xfrm>
            <a:off x="5647965" y="2070478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Programs</a:t>
            </a:r>
            <a:endParaRPr sz="800"/>
          </a:p>
        </p:txBody>
      </p:sp>
      <p:cxnSp>
        <p:nvCxnSpPr>
          <p:cNvPr id="61" name="Google Shape;61;p13"/>
          <p:cNvCxnSpPr>
            <a:stCxn id="54" idx="3"/>
            <a:endCxn id="56" idx="2"/>
          </p:cNvCxnSpPr>
          <p:nvPr/>
        </p:nvCxnSpPr>
        <p:spPr>
          <a:xfrm>
            <a:off x="2947474" y="1088106"/>
            <a:ext cx="22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>
            <a:stCxn id="56" idx="6"/>
            <a:endCxn id="57" idx="1"/>
          </p:cNvCxnSpPr>
          <p:nvPr/>
        </p:nvCxnSpPr>
        <p:spPr>
          <a:xfrm>
            <a:off x="3837849" y="1088042"/>
            <a:ext cx="1599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>
            <a:stCxn id="57" idx="3"/>
            <a:endCxn id="59" idx="1"/>
          </p:cNvCxnSpPr>
          <p:nvPr/>
        </p:nvCxnSpPr>
        <p:spPr>
          <a:xfrm>
            <a:off x="4784968" y="1089129"/>
            <a:ext cx="1800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>
            <a:stCxn id="54" idx="2"/>
            <a:endCxn id="55" idx="0"/>
          </p:cNvCxnSpPr>
          <p:nvPr/>
        </p:nvCxnSpPr>
        <p:spPr>
          <a:xfrm>
            <a:off x="2553874" y="1288356"/>
            <a:ext cx="600" cy="20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3"/>
          <p:cNvCxnSpPr>
            <a:stCxn id="55" idx="2"/>
            <a:endCxn id="58" idx="0"/>
          </p:cNvCxnSpPr>
          <p:nvPr/>
        </p:nvCxnSpPr>
        <p:spPr>
          <a:xfrm>
            <a:off x="2554385" y="1896422"/>
            <a:ext cx="600" cy="1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13"/>
          <p:cNvSpPr/>
          <p:nvPr/>
        </p:nvSpPr>
        <p:spPr>
          <a:xfrm>
            <a:off x="2161808" y="2615397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User Profile</a:t>
            </a:r>
            <a:endParaRPr sz="900"/>
          </a:p>
        </p:txBody>
      </p:sp>
      <p:sp>
        <p:nvSpPr>
          <p:cNvPr id="67" name="Google Shape;67;p13"/>
          <p:cNvSpPr/>
          <p:nvPr/>
        </p:nvSpPr>
        <p:spPr>
          <a:xfrm>
            <a:off x="2162320" y="3175135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User Messages</a:t>
            </a:r>
            <a:endParaRPr sz="900"/>
          </a:p>
        </p:txBody>
      </p:sp>
      <p:cxnSp>
        <p:nvCxnSpPr>
          <p:cNvPr id="68" name="Google Shape;68;p13"/>
          <p:cNvCxnSpPr>
            <a:stCxn id="58" idx="2"/>
            <a:endCxn id="66" idx="0"/>
          </p:cNvCxnSpPr>
          <p:nvPr/>
        </p:nvCxnSpPr>
        <p:spPr>
          <a:xfrm>
            <a:off x="2554897" y="2469968"/>
            <a:ext cx="600" cy="14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>
            <a:stCxn id="66" idx="2"/>
            <a:endCxn id="67" idx="0"/>
          </p:cNvCxnSpPr>
          <p:nvPr/>
        </p:nvCxnSpPr>
        <p:spPr>
          <a:xfrm>
            <a:off x="2555408" y="3015897"/>
            <a:ext cx="600" cy="15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3"/>
          <p:cNvSpPr/>
          <p:nvPr/>
        </p:nvSpPr>
        <p:spPr>
          <a:xfrm>
            <a:off x="2162831" y="3721064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Document Vault</a:t>
            </a:r>
            <a:endParaRPr sz="900"/>
          </a:p>
        </p:txBody>
      </p:sp>
      <p:cxnSp>
        <p:nvCxnSpPr>
          <p:cNvPr id="71" name="Google Shape;71;p13"/>
          <p:cNvCxnSpPr>
            <a:stCxn id="67" idx="2"/>
            <a:endCxn id="70" idx="0"/>
          </p:cNvCxnSpPr>
          <p:nvPr/>
        </p:nvCxnSpPr>
        <p:spPr>
          <a:xfrm>
            <a:off x="2555920" y="3575635"/>
            <a:ext cx="600" cy="14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3"/>
          <p:cNvSpPr txBox="1"/>
          <p:nvPr/>
        </p:nvSpPr>
        <p:spPr>
          <a:xfrm>
            <a:off x="240950" y="204375"/>
            <a:ext cx="28254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Login &amp; </a:t>
            </a:r>
            <a:r>
              <a:rPr lang="en" sz="1200">
                <a:solidFill>
                  <a:schemeClr val="dk1"/>
                </a:solidFill>
              </a:rPr>
              <a:t>Homepage Overview Flows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2163342" y="4266994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User Account / Settings</a:t>
            </a:r>
            <a:endParaRPr sz="800"/>
          </a:p>
        </p:txBody>
      </p:sp>
      <p:cxnSp>
        <p:nvCxnSpPr>
          <p:cNvPr id="74" name="Google Shape;74;p13"/>
          <p:cNvCxnSpPr>
            <a:endCxn id="73" idx="0"/>
          </p:cNvCxnSpPr>
          <p:nvPr/>
        </p:nvCxnSpPr>
        <p:spPr>
          <a:xfrm>
            <a:off x="2549442" y="4121494"/>
            <a:ext cx="7500" cy="14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3"/>
          <p:cNvCxnSpPr>
            <a:stCxn id="58" idx="3"/>
            <a:endCxn id="76" idx="1"/>
          </p:cNvCxnSpPr>
          <p:nvPr/>
        </p:nvCxnSpPr>
        <p:spPr>
          <a:xfrm>
            <a:off x="2948497" y="2269718"/>
            <a:ext cx="896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3"/>
          <p:cNvSpPr/>
          <p:nvPr/>
        </p:nvSpPr>
        <p:spPr>
          <a:xfrm>
            <a:off x="3844920" y="2091191"/>
            <a:ext cx="662700" cy="359100"/>
          </a:xfrm>
          <a:prstGeom prst="flowChartAlternateProcess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Features</a:t>
            </a:r>
            <a:endParaRPr sz="800"/>
          </a:p>
        </p:txBody>
      </p:sp>
      <p:sp>
        <p:nvSpPr>
          <p:cNvPr id="77" name="Google Shape;77;p13"/>
          <p:cNvSpPr/>
          <p:nvPr/>
        </p:nvSpPr>
        <p:spPr>
          <a:xfrm>
            <a:off x="7572035" y="2070502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Future Features</a:t>
            </a:r>
            <a:endParaRPr sz="800"/>
          </a:p>
        </p:txBody>
      </p:sp>
      <p:sp>
        <p:nvSpPr>
          <p:cNvPr id="78" name="Google Shape;78;p13"/>
          <p:cNvSpPr/>
          <p:nvPr/>
        </p:nvSpPr>
        <p:spPr>
          <a:xfrm>
            <a:off x="6590258" y="2070478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Trainings</a:t>
            </a:r>
            <a:endParaRPr sz="800"/>
          </a:p>
        </p:txBody>
      </p:sp>
      <p:cxnSp>
        <p:nvCxnSpPr>
          <p:cNvPr id="79" name="Google Shape;79;p13"/>
          <p:cNvCxnSpPr>
            <a:stCxn id="60" idx="3"/>
            <a:endCxn id="78" idx="1"/>
          </p:cNvCxnSpPr>
          <p:nvPr/>
        </p:nvCxnSpPr>
        <p:spPr>
          <a:xfrm>
            <a:off x="6435165" y="2270728"/>
            <a:ext cx="15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3"/>
          <p:cNvCxnSpPr>
            <a:stCxn id="78" idx="3"/>
            <a:endCxn id="77" idx="1"/>
          </p:cNvCxnSpPr>
          <p:nvPr/>
        </p:nvCxnSpPr>
        <p:spPr>
          <a:xfrm>
            <a:off x="7377458" y="2270728"/>
            <a:ext cx="19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3"/>
          <p:cNvSpPr/>
          <p:nvPr/>
        </p:nvSpPr>
        <p:spPr>
          <a:xfrm>
            <a:off x="606850" y="811923"/>
            <a:ext cx="945900" cy="552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Invitation Email</a:t>
            </a:r>
            <a:endParaRPr sz="1000"/>
          </a:p>
        </p:txBody>
      </p:sp>
      <p:cxnSp>
        <p:nvCxnSpPr>
          <p:cNvPr id="82" name="Google Shape;82;p13"/>
          <p:cNvCxnSpPr>
            <a:stCxn id="81" idx="3"/>
            <a:endCxn id="54" idx="1"/>
          </p:cNvCxnSpPr>
          <p:nvPr/>
        </p:nvCxnSpPr>
        <p:spPr>
          <a:xfrm>
            <a:off x="1552750" y="1088073"/>
            <a:ext cx="60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3"/>
          <p:cNvSpPr/>
          <p:nvPr/>
        </p:nvSpPr>
        <p:spPr>
          <a:xfrm>
            <a:off x="4673087" y="2071026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Inspections</a:t>
            </a:r>
            <a:endParaRPr sz="900"/>
          </a:p>
        </p:txBody>
      </p:sp>
      <p:sp>
        <p:nvSpPr>
          <p:cNvPr id="84" name="Google Shape;84;p13"/>
          <p:cNvSpPr/>
          <p:nvPr/>
        </p:nvSpPr>
        <p:spPr>
          <a:xfrm>
            <a:off x="4673599" y="2623860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New Inspection</a:t>
            </a:r>
            <a:endParaRPr sz="900"/>
          </a:p>
        </p:txBody>
      </p:sp>
      <p:sp>
        <p:nvSpPr>
          <p:cNvPr id="85" name="Google Shape;85;p13"/>
          <p:cNvSpPr/>
          <p:nvPr/>
        </p:nvSpPr>
        <p:spPr>
          <a:xfrm>
            <a:off x="4674110" y="3169790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Continue Inspection</a:t>
            </a:r>
            <a:endParaRPr sz="900"/>
          </a:p>
        </p:txBody>
      </p:sp>
      <p:sp>
        <p:nvSpPr>
          <p:cNvPr id="86" name="Google Shape;86;p13"/>
          <p:cNvSpPr/>
          <p:nvPr/>
        </p:nvSpPr>
        <p:spPr>
          <a:xfrm>
            <a:off x="4674622" y="3722623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Inspection Catalog</a:t>
            </a:r>
            <a:endParaRPr sz="900"/>
          </a:p>
        </p:txBody>
      </p:sp>
      <p:cxnSp>
        <p:nvCxnSpPr>
          <p:cNvPr id="87" name="Google Shape;87;p13"/>
          <p:cNvCxnSpPr>
            <a:stCxn id="83" idx="2"/>
            <a:endCxn id="84" idx="0"/>
          </p:cNvCxnSpPr>
          <p:nvPr/>
        </p:nvCxnSpPr>
        <p:spPr>
          <a:xfrm>
            <a:off x="5066687" y="2471526"/>
            <a:ext cx="6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>
            <a:stCxn id="84" idx="2"/>
            <a:endCxn id="85" idx="0"/>
          </p:cNvCxnSpPr>
          <p:nvPr/>
        </p:nvCxnSpPr>
        <p:spPr>
          <a:xfrm>
            <a:off x="5067199" y="3024360"/>
            <a:ext cx="600" cy="14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9" name="Google Shape;89;p13"/>
          <p:cNvCxnSpPr>
            <a:stCxn id="85" idx="2"/>
            <a:endCxn id="86" idx="0"/>
          </p:cNvCxnSpPr>
          <p:nvPr/>
        </p:nvCxnSpPr>
        <p:spPr>
          <a:xfrm>
            <a:off x="5067710" y="3570290"/>
            <a:ext cx="6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0" name="Google Shape;90;p13"/>
          <p:cNvSpPr/>
          <p:nvPr/>
        </p:nvSpPr>
        <p:spPr>
          <a:xfrm>
            <a:off x="5647466" y="2631273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Program Catalog</a:t>
            </a:r>
            <a:endParaRPr sz="900"/>
          </a:p>
        </p:txBody>
      </p:sp>
      <p:sp>
        <p:nvSpPr>
          <p:cNvPr id="91" name="Google Shape;91;p13"/>
          <p:cNvSpPr/>
          <p:nvPr/>
        </p:nvSpPr>
        <p:spPr>
          <a:xfrm>
            <a:off x="5647978" y="3177203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Search Programs</a:t>
            </a:r>
            <a:endParaRPr sz="900"/>
          </a:p>
        </p:txBody>
      </p:sp>
      <p:cxnSp>
        <p:nvCxnSpPr>
          <p:cNvPr id="92" name="Google Shape;92;p13"/>
          <p:cNvCxnSpPr>
            <a:stCxn id="60" idx="2"/>
            <a:endCxn id="90" idx="0"/>
          </p:cNvCxnSpPr>
          <p:nvPr/>
        </p:nvCxnSpPr>
        <p:spPr>
          <a:xfrm flipH="1">
            <a:off x="6040965" y="2470978"/>
            <a:ext cx="600" cy="16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3"/>
          <p:cNvCxnSpPr>
            <a:stCxn id="90" idx="2"/>
            <a:endCxn id="91" idx="0"/>
          </p:cNvCxnSpPr>
          <p:nvPr/>
        </p:nvCxnSpPr>
        <p:spPr>
          <a:xfrm>
            <a:off x="6041066" y="3031773"/>
            <a:ext cx="600" cy="14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4" name="Google Shape;94;p13"/>
          <p:cNvSpPr/>
          <p:nvPr/>
        </p:nvSpPr>
        <p:spPr>
          <a:xfrm>
            <a:off x="6593829" y="2631785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Training</a:t>
            </a:r>
            <a:r>
              <a:rPr lang="en" sz="900"/>
              <a:t> Catalog</a:t>
            </a:r>
            <a:endParaRPr sz="900"/>
          </a:p>
        </p:txBody>
      </p:sp>
      <p:sp>
        <p:nvSpPr>
          <p:cNvPr id="95" name="Google Shape;95;p13"/>
          <p:cNvSpPr/>
          <p:nvPr/>
        </p:nvSpPr>
        <p:spPr>
          <a:xfrm>
            <a:off x="6594341" y="3177714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Tailgate Library</a:t>
            </a:r>
            <a:endParaRPr sz="900"/>
          </a:p>
        </p:txBody>
      </p:sp>
      <p:sp>
        <p:nvSpPr>
          <p:cNvPr id="96" name="Google Shape;96;p13"/>
          <p:cNvSpPr/>
          <p:nvPr/>
        </p:nvSpPr>
        <p:spPr>
          <a:xfrm>
            <a:off x="6594852" y="3730548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Search Training</a:t>
            </a:r>
            <a:endParaRPr sz="900"/>
          </a:p>
        </p:txBody>
      </p:sp>
      <p:cxnSp>
        <p:nvCxnSpPr>
          <p:cNvPr id="97" name="Google Shape;97;p13"/>
          <p:cNvCxnSpPr>
            <a:stCxn id="94" idx="2"/>
            <a:endCxn id="95" idx="0"/>
          </p:cNvCxnSpPr>
          <p:nvPr/>
        </p:nvCxnSpPr>
        <p:spPr>
          <a:xfrm>
            <a:off x="6987429" y="3032285"/>
            <a:ext cx="600" cy="14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8" name="Google Shape;98;p13"/>
          <p:cNvCxnSpPr>
            <a:stCxn id="95" idx="2"/>
            <a:endCxn id="96" idx="0"/>
          </p:cNvCxnSpPr>
          <p:nvPr/>
        </p:nvCxnSpPr>
        <p:spPr>
          <a:xfrm>
            <a:off x="6987941" y="3578214"/>
            <a:ext cx="6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" name="Google Shape;99;p13"/>
          <p:cNvCxnSpPr>
            <a:stCxn id="76" idx="3"/>
            <a:endCxn id="83" idx="1"/>
          </p:cNvCxnSpPr>
          <p:nvPr/>
        </p:nvCxnSpPr>
        <p:spPr>
          <a:xfrm>
            <a:off x="4507620" y="2270741"/>
            <a:ext cx="1656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3"/>
          <p:cNvCxnSpPr>
            <a:stCxn id="83" idx="3"/>
            <a:endCxn id="60" idx="1"/>
          </p:cNvCxnSpPr>
          <p:nvPr/>
        </p:nvCxnSpPr>
        <p:spPr>
          <a:xfrm flipH="1" rot="10800000">
            <a:off x="5460287" y="2270676"/>
            <a:ext cx="1878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3"/>
          <p:cNvCxnSpPr>
            <a:stCxn id="78" idx="2"/>
            <a:endCxn id="94" idx="0"/>
          </p:cNvCxnSpPr>
          <p:nvPr/>
        </p:nvCxnSpPr>
        <p:spPr>
          <a:xfrm>
            <a:off x="6983858" y="2470978"/>
            <a:ext cx="3600" cy="16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3"/>
          <p:cNvCxnSpPr>
            <a:stCxn id="59" idx="2"/>
            <a:endCxn id="58" idx="3"/>
          </p:cNvCxnSpPr>
          <p:nvPr/>
        </p:nvCxnSpPr>
        <p:spPr>
          <a:xfrm flipH="1">
            <a:off x="2948543" y="1289890"/>
            <a:ext cx="2409900" cy="97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586783" y="752376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New Inspection</a:t>
            </a:r>
            <a:endParaRPr sz="900"/>
          </a:p>
        </p:txBody>
      </p:sp>
      <p:sp>
        <p:nvSpPr>
          <p:cNvPr id="108" name="Google Shape;108;p14"/>
          <p:cNvSpPr/>
          <p:nvPr/>
        </p:nvSpPr>
        <p:spPr>
          <a:xfrm>
            <a:off x="587432" y="2320122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Information Input</a:t>
            </a:r>
            <a:endParaRPr sz="900"/>
          </a:p>
        </p:txBody>
      </p:sp>
      <p:sp>
        <p:nvSpPr>
          <p:cNvPr id="109" name="Google Shape;109;p14"/>
          <p:cNvSpPr/>
          <p:nvPr/>
        </p:nvSpPr>
        <p:spPr>
          <a:xfrm>
            <a:off x="587943" y="2859148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Document Upload</a:t>
            </a:r>
            <a:endParaRPr sz="900"/>
          </a:p>
        </p:txBody>
      </p:sp>
      <p:sp>
        <p:nvSpPr>
          <p:cNvPr id="110" name="Google Shape;110;p14"/>
          <p:cNvSpPr/>
          <p:nvPr/>
        </p:nvSpPr>
        <p:spPr>
          <a:xfrm>
            <a:off x="565322" y="1750879"/>
            <a:ext cx="828600" cy="45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Pre-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Inspection</a:t>
            </a:r>
            <a:endParaRPr sz="1000"/>
          </a:p>
        </p:txBody>
      </p:sp>
      <p:sp>
        <p:nvSpPr>
          <p:cNvPr id="111" name="Google Shape;111;p14"/>
          <p:cNvSpPr/>
          <p:nvPr/>
        </p:nvSpPr>
        <p:spPr>
          <a:xfrm>
            <a:off x="589103" y="3384365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Notifications</a:t>
            </a:r>
            <a:endParaRPr sz="800"/>
          </a:p>
        </p:txBody>
      </p:sp>
      <p:sp>
        <p:nvSpPr>
          <p:cNvPr id="112" name="Google Shape;112;p14"/>
          <p:cNvSpPr/>
          <p:nvPr/>
        </p:nvSpPr>
        <p:spPr>
          <a:xfrm>
            <a:off x="255150" y="1306880"/>
            <a:ext cx="579600" cy="27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Facility</a:t>
            </a:r>
            <a:endParaRPr sz="900"/>
          </a:p>
        </p:txBody>
      </p:sp>
      <p:sp>
        <p:nvSpPr>
          <p:cNvPr id="113" name="Google Shape;113;p14"/>
          <p:cNvSpPr/>
          <p:nvPr/>
        </p:nvSpPr>
        <p:spPr>
          <a:xfrm>
            <a:off x="1115142" y="1305772"/>
            <a:ext cx="579600" cy="27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Field</a:t>
            </a:r>
            <a:endParaRPr sz="900"/>
          </a:p>
        </p:txBody>
      </p:sp>
      <p:sp>
        <p:nvSpPr>
          <p:cNvPr id="114" name="Google Shape;114;p14"/>
          <p:cNvSpPr/>
          <p:nvPr/>
        </p:nvSpPr>
        <p:spPr>
          <a:xfrm>
            <a:off x="2851299" y="717220"/>
            <a:ext cx="828600" cy="45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Select Inspection</a:t>
            </a:r>
            <a:endParaRPr sz="1000"/>
          </a:p>
        </p:txBody>
      </p:sp>
      <p:sp>
        <p:nvSpPr>
          <p:cNvPr id="115" name="Google Shape;115;p14"/>
          <p:cNvSpPr/>
          <p:nvPr/>
        </p:nvSpPr>
        <p:spPr>
          <a:xfrm>
            <a:off x="2870042" y="1350365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Open Inspection</a:t>
            </a:r>
            <a:endParaRPr sz="900"/>
          </a:p>
        </p:txBody>
      </p:sp>
      <p:sp>
        <p:nvSpPr>
          <p:cNvPr id="116" name="Google Shape;116;p14"/>
          <p:cNvSpPr/>
          <p:nvPr/>
        </p:nvSpPr>
        <p:spPr>
          <a:xfrm>
            <a:off x="2872009" y="199410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Inspection</a:t>
            </a:r>
            <a:endParaRPr sz="900"/>
          </a:p>
        </p:txBody>
      </p:sp>
      <p:sp>
        <p:nvSpPr>
          <p:cNvPr id="117" name="Google Shape;117;p14"/>
          <p:cNvSpPr/>
          <p:nvPr/>
        </p:nvSpPr>
        <p:spPr>
          <a:xfrm>
            <a:off x="2871170" y="2471129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End Inspection</a:t>
            </a:r>
            <a:endParaRPr sz="900"/>
          </a:p>
        </p:txBody>
      </p:sp>
      <p:sp>
        <p:nvSpPr>
          <p:cNvPr id="118" name="Google Shape;118;p14"/>
          <p:cNvSpPr/>
          <p:nvPr/>
        </p:nvSpPr>
        <p:spPr>
          <a:xfrm>
            <a:off x="5157234" y="641064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Review Basic Insp. Log</a:t>
            </a:r>
            <a:endParaRPr sz="800"/>
          </a:p>
        </p:txBody>
      </p:sp>
      <p:sp>
        <p:nvSpPr>
          <p:cNvPr id="119" name="Google Shape;119;p14"/>
          <p:cNvSpPr/>
          <p:nvPr/>
        </p:nvSpPr>
        <p:spPr>
          <a:xfrm>
            <a:off x="5157234" y="134925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Regulation </a:t>
            </a:r>
            <a:r>
              <a:rPr lang="en" sz="800"/>
              <a:t>Recommendations</a:t>
            </a:r>
            <a:endParaRPr sz="800"/>
          </a:p>
        </p:txBody>
      </p:sp>
      <p:sp>
        <p:nvSpPr>
          <p:cNvPr id="120" name="Google Shape;120;p14"/>
          <p:cNvSpPr/>
          <p:nvPr/>
        </p:nvSpPr>
        <p:spPr>
          <a:xfrm>
            <a:off x="5157745" y="1138665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Approve</a:t>
            </a:r>
            <a:r>
              <a:rPr lang="en" sz="800"/>
              <a:t> Basic Insp. Log</a:t>
            </a:r>
            <a:endParaRPr sz="800"/>
          </a:p>
        </p:txBody>
      </p:sp>
      <p:sp>
        <p:nvSpPr>
          <p:cNvPr id="121" name="Google Shape;121;p14"/>
          <p:cNvSpPr/>
          <p:nvPr/>
        </p:nvSpPr>
        <p:spPr>
          <a:xfrm>
            <a:off x="5157608" y="1643171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Final Report Formatting</a:t>
            </a:r>
            <a:endParaRPr sz="800"/>
          </a:p>
        </p:txBody>
      </p:sp>
      <p:sp>
        <p:nvSpPr>
          <p:cNvPr id="122" name="Google Shape;122;p14"/>
          <p:cNvSpPr/>
          <p:nvPr/>
        </p:nvSpPr>
        <p:spPr>
          <a:xfrm>
            <a:off x="5158119" y="2140772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Final Reviews</a:t>
            </a:r>
            <a:endParaRPr sz="800"/>
          </a:p>
        </p:txBody>
      </p:sp>
      <p:sp>
        <p:nvSpPr>
          <p:cNvPr id="123" name="Google Shape;123;p14"/>
          <p:cNvSpPr/>
          <p:nvPr/>
        </p:nvSpPr>
        <p:spPr>
          <a:xfrm>
            <a:off x="5157982" y="2631469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Report Submission</a:t>
            </a:r>
            <a:endParaRPr sz="800"/>
          </a:p>
        </p:txBody>
      </p:sp>
      <p:sp>
        <p:nvSpPr>
          <p:cNvPr id="124" name="Google Shape;124;p14"/>
          <p:cNvSpPr/>
          <p:nvPr/>
        </p:nvSpPr>
        <p:spPr>
          <a:xfrm>
            <a:off x="5158493" y="3129071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Schedule Principal Review</a:t>
            </a:r>
            <a:endParaRPr sz="800"/>
          </a:p>
        </p:txBody>
      </p:sp>
      <p:sp>
        <p:nvSpPr>
          <p:cNvPr id="125" name="Google Shape;125;p14"/>
          <p:cNvSpPr/>
          <p:nvPr/>
        </p:nvSpPr>
        <p:spPr>
          <a:xfrm>
            <a:off x="5158356" y="3626672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Conduct</a:t>
            </a:r>
            <a:r>
              <a:rPr lang="en" sz="800"/>
              <a:t> Principal Review</a:t>
            </a:r>
            <a:endParaRPr sz="800"/>
          </a:p>
        </p:txBody>
      </p:sp>
      <p:sp>
        <p:nvSpPr>
          <p:cNvPr id="126" name="Google Shape;126;p14"/>
          <p:cNvSpPr/>
          <p:nvPr/>
        </p:nvSpPr>
        <p:spPr>
          <a:xfrm>
            <a:off x="5158867" y="4117370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Conduct Follow Up</a:t>
            </a:r>
            <a:endParaRPr sz="800"/>
          </a:p>
        </p:txBody>
      </p:sp>
      <p:sp>
        <p:nvSpPr>
          <p:cNvPr id="127" name="Google Shape;127;p14"/>
          <p:cNvSpPr/>
          <p:nvPr/>
        </p:nvSpPr>
        <p:spPr>
          <a:xfrm>
            <a:off x="5158856" y="4608073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Close Inspection</a:t>
            </a:r>
            <a:endParaRPr sz="800"/>
          </a:p>
        </p:txBody>
      </p:sp>
      <p:sp>
        <p:nvSpPr>
          <p:cNvPr id="128" name="Google Shape;128;p14"/>
          <p:cNvSpPr/>
          <p:nvPr/>
        </p:nvSpPr>
        <p:spPr>
          <a:xfrm>
            <a:off x="1465415" y="2859148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*See Doc. Upload Flows</a:t>
            </a:r>
            <a:endParaRPr sz="800"/>
          </a:p>
        </p:txBody>
      </p:sp>
      <p:sp>
        <p:nvSpPr>
          <p:cNvPr id="129" name="Google Shape;129;p14"/>
          <p:cNvSpPr/>
          <p:nvPr/>
        </p:nvSpPr>
        <p:spPr>
          <a:xfrm>
            <a:off x="568406" y="4000450"/>
            <a:ext cx="828600" cy="828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Ready for Inspect</a:t>
            </a:r>
            <a:endParaRPr/>
          </a:p>
        </p:txBody>
      </p:sp>
      <p:cxnSp>
        <p:nvCxnSpPr>
          <p:cNvPr id="130" name="Google Shape;130;p14"/>
          <p:cNvCxnSpPr>
            <a:stCxn id="129" idx="6"/>
            <a:endCxn id="116" idx="1"/>
          </p:cNvCxnSpPr>
          <p:nvPr/>
        </p:nvCxnSpPr>
        <p:spPr>
          <a:xfrm flipH="1" rot="10800000">
            <a:off x="1397006" y="399550"/>
            <a:ext cx="1475100" cy="4015200"/>
          </a:xfrm>
          <a:prstGeom prst="bentConnector3">
            <a:avLst>
              <a:gd fmla="val 6914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4"/>
          <p:cNvSpPr/>
          <p:nvPr/>
        </p:nvSpPr>
        <p:spPr>
          <a:xfrm>
            <a:off x="2872000" y="1893961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Conduct </a:t>
            </a:r>
            <a:r>
              <a:rPr lang="en" sz="900"/>
              <a:t>Inspection</a:t>
            </a:r>
            <a:endParaRPr sz="900"/>
          </a:p>
        </p:txBody>
      </p:sp>
      <p:sp>
        <p:nvSpPr>
          <p:cNvPr id="132" name="Google Shape;132;p14"/>
          <p:cNvSpPr/>
          <p:nvPr/>
        </p:nvSpPr>
        <p:spPr>
          <a:xfrm>
            <a:off x="3799310" y="1874013"/>
            <a:ext cx="787200" cy="432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Add Findings</a:t>
            </a:r>
            <a:endParaRPr sz="900"/>
          </a:p>
        </p:txBody>
      </p:sp>
      <p:sp>
        <p:nvSpPr>
          <p:cNvPr id="133" name="Google Shape;133;p14"/>
          <p:cNvSpPr/>
          <p:nvPr/>
        </p:nvSpPr>
        <p:spPr>
          <a:xfrm>
            <a:off x="3799305" y="1334169"/>
            <a:ext cx="787200" cy="432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Continue / Reopen</a:t>
            </a:r>
            <a:endParaRPr sz="900"/>
          </a:p>
        </p:txBody>
      </p:sp>
      <p:sp>
        <p:nvSpPr>
          <p:cNvPr id="134" name="Google Shape;134;p14"/>
          <p:cNvSpPr/>
          <p:nvPr/>
        </p:nvSpPr>
        <p:spPr>
          <a:xfrm>
            <a:off x="2775083" y="3175975"/>
            <a:ext cx="978900" cy="978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Sent for Inspection Processing</a:t>
            </a:r>
            <a:endParaRPr sz="1300"/>
          </a:p>
        </p:txBody>
      </p:sp>
      <p:cxnSp>
        <p:nvCxnSpPr>
          <p:cNvPr id="135" name="Google Shape;135;p14"/>
          <p:cNvCxnSpPr>
            <a:stCxn id="107" idx="2"/>
            <a:endCxn id="112" idx="0"/>
          </p:cNvCxnSpPr>
          <p:nvPr/>
        </p:nvCxnSpPr>
        <p:spPr>
          <a:xfrm rot="5400000">
            <a:off x="685783" y="1012176"/>
            <a:ext cx="153900" cy="435300"/>
          </a:xfrm>
          <a:prstGeom prst="curvedConnector3">
            <a:avLst>
              <a:gd fmla="val 5003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4"/>
          <p:cNvCxnSpPr>
            <a:stCxn id="107" idx="2"/>
            <a:endCxn id="113" idx="0"/>
          </p:cNvCxnSpPr>
          <p:nvPr/>
        </p:nvCxnSpPr>
        <p:spPr>
          <a:xfrm flipH="1" rot="-5400000">
            <a:off x="1116133" y="1017126"/>
            <a:ext cx="153000" cy="424500"/>
          </a:xfrm>
          <a:prstGeom prst="curvedConnector3">
            <a:avLst>
              <a:gd fmla="val 4996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4"/>
          <p:cNvCxnSpPr>
            <a:stCxn id="112" idx="2"/>
            <a:endCxn id="110" idx="0"/>
          </p:cNvCxnSpPr>
          <p:nvPr/>
        </p:nvCxnSpPr>
        <p:spPr>
          <a:xfrm flipH="1" rot="-5400000">
            <a:off x="679500" y="1450730"/>
            <a:ext cx="165600" cy="434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4"/>
          <p:cNvCxnSpPr>
            <a:stCxn id="113" idx="2"/>
            <a:endCxn id="110" idx="0"/>
          </p:cNvCxnSpPr>
          <p:nvPr/>
        </p:nvCxnSpPr>
        <p:spPr>
          <a:xfrm rot="5400000">
            <a:off x="1108842" y="1454872"/>
            <a:ext cx="166800" cy="425400"/>
          </a:xfrm>
          <a:prstGeom prst="curvedConnector3">
            <a:avLst>
              <a:gd fmla="val 4997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4"/>
          <p:cNvCxnSpPr>
            <a:stCxn id="110" idx="2"/>
            <a:endCxn id="108" idx="0"/>
          </p:cNvCxnSpPr>
          <p:nvPr/>
        </p:nvCxnSpPr>
        <p:spPr>
          <a:xfrm>
            <a:off x="979622" y="2206579"/>
            <a:ext cx="1500" cy="1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4"/>
          <p:cNvCxnSpPr>
            <a:stCxn id="108" idx="2"/>
            <a:endCxn id="109" idx="0"/>
          </p:cNvCxnSpPr>
          <p:nvPr/>
        </p:nvCxnSpPr>
        <p:spPr>
          <a:xfrm>
            <a:off x="981032" y="2720622"/>
            <a:ext cx="600" cy="13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4"/>
          <p:cNvCxnSpPr>
            <a:stCxn id="109" idx="3"/>
            <a:endCxn id="128" idx="1"/>
          </p:cNvCxnSpPr>
          <p:nvPr/>
        </p:nvCxnSpPr>
        <p:spPr>
          <a:xfrm>
            <a:off x="1375143" y="3059398"/>
            <a:ext cx="9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4"/>
          <p:cNvCxnSpPr>
            <a:stCxn id="109" idx="2"/>
            <a:endCxn id="111" idx="0"/>
          </p:cNvCxnSpPr>
          <p:nvPr/>
        </p:nvCxnSpPr>
        <p:spPr>
          <a:xfrm>
            <a:off x="981543" y="3259648"/>
            <a:ext cx="1200" cy="1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4"/>
          <p:cNvCxnSpPr>
            <a:stCxn id="111" idx="2"/>
            <a:endCxn id="129" idx="0"/>
          </p:cNvCxnSpPr>
          <p:nvPr/>
        </p:nvCxnSpPr>
        <p:spPr>
          <a:xfrm>
            <a:off x="982703" y="3784865"/>
            <a:ext cx="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4"/>
          <p:cNvCxnSpPr>
            <a:stCxn id="116" idx="2"/>
            <a:endCxn id="114" idx="0"/>
          </p:cNvCxnSpPr>
          <p:nvPr/>
        </p:nvCxnSpPr>
        <p:spPr>
          <a:xfrm>
            <a:off x="3265609" y="599910"/>
            <a:ext cx="0" cy="1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4"/>
          <p:cNvCxnSpPr>
            <a:stCxn id="114" idx="2"/>
            <a:endCxn id="115" idx="0"/>
          </p:cNvCxnSpPr>
          <p:nvPr/>
        </p:nvCxnSpPr>
        <p:spPr>
          <a:xfrm flipH="1">
            <a:off x="3263499" y="1172920"/>
            <a:ext cx="2100" cy="17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4"/>
          <p:cNvCxnSpPr>
            <a:stCxn id="115" idx="2"/>
            <a:endCxn id="131" idx="0"/>
          </p:cNvCxnSpPr>
          <p:nvPr/>
        </p:nvCxnSpPr>
        <p:spPr>
          <a:xfrm>
            <a:off x="3263642" y="1750865"/>
            <a:ext cx="2100" cy="1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4"/>
          <p:cNvCxnSpPr>
            <a:stCxn id="131" idx="2"/>
            <a:endCxn id="117" idx="0"/>
          </p:cNvCxnSpPr>
          <p:nvPr/>
        </p:nvCxnSpPr>
        <p:spPr>
          <a:xfrm flipH="1">
            <a:off x="3264700" y="2294461"/>
            <a:ext cx="900" cy="17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4"/>
          <p:cNvCxnSpPr>
            <a:endCxn id="133" idx="1"/>
          </p:cNvCxnSpPr>
          <p:nvPr/>
        </p:nvCxnSpPr>
        <p:spPr>
          <a:xfrm>
            <a:off x="3657105" y="1550619"/>
            <a:ext cx="14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4"/>
          <p:cNvCxnSpPr>
            <a:stCxn id="131" idx="3"/>
            <a:endCxn id="132" idx="1"/>
          </p:cNvCxnSpPr>
          <p:nvPr/>
        </p:nvCxnSpPr>
        <p:spPr>
          <a:xfrm flipH="1" rot="10800000">
            <a:off x="3659200" y="2090611"/>
            <a:ext cx="1401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4"/>
          <p:cNvCxnSpPr>
            <a:stCxn id="117" idx="2"/>
            <a:endCxn id="134" idx="0"/>
          </p:cNvCxnSpPr>
          <p:nvPr/>
        </p:nvCxnSpPr>
        <p:spPr>
          <a:xfrm flipH="1">
            <a:off x="3264470" y="2871629"/>
            <a:ext cx="300" cy="30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14"/>
          <p:cNvSpPr/>
          <p:nvPr/>
        </p:nvSpPr>
        <p:spPr>
          <a:xfrm>
            <a:off x="6096665" y="134923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*See Regulation Flows</a:t>
            </a:r>
            <a:endParaRPr sz="800"/>
          </a:p>
        </p:txBody>
      </p:sp>
      <p:cxnSp>
        <p:nvCxnSpPr>
          <p:cNvPr id="152" name="Google Shape;152;p14"/>
          <p:cNvCxnSpPr>
            <a:endCxn id="151" idx="1"/>
          </p:cNvCxnSpPr>
          <p:nvPr/>
        </p:nvCxnSpPr>
        <p:spPr>
          <a:xfrm>
            <a:off x="5944565" y="335173"/>
            <a:ext cx="15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4"/>
          <p:cNvCxnSpPr>
            <a:stCxn id="134" idx="6"/>
            <a:endCxn id="119" idx="1"/>
          </p:cNvCxnSpPr>
          <p:nvPr/>
        </p:nvCxnSpPr>
        <p:spPr>
          <a:xfrm flipH="1" rot="10800000">
            <a:off x="3753983" y="335125"/>
            <a:ext cx="1403400" cy="3330300"/>
          </a:xfrm>
          <a:prstGeom prst="bentConnector3">
            <a:avLst>
              <a:gd fmla="val 764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14"/>
          <p:cNvSpPr/>
          <p:nvPr/>
        </p:nvSpPr>
        <p:spPr>
          <a:xfrm>
            <a:off x="7036233" y="1773825"/>
            <a:ext cx="978900" cy="978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Saved to </a:t>
            </a:r>
            <a:r>
              <a:rPr lang="en" sz="800">
                <a:solidFill>
                  <a:schemeClr val="dk1"/>
                </a:solidFill>
              </a:rPr>
              <a:t>Inspection Catalog</a:t>
            </a:r>
            <a:endParaRPr sz="1300"/>
          </a:p>
        </p:txBody>
      </p:sp>
      <p:cxnSp>
        <p:nvCxnSpPr>
          <p:cNvPr id="155" name="Google Shape;155;p14"/>
          <p:cNvCxnSpPr>
            <a:stCxn id="119" idx="2"/>
            <a:endCxn id="119" idx="2"/>
          </p:cNvCxnSpPr>
          <p:nvPr/>
        </p:nvCxnSpPr>
        <p:spPr>
          <a:xfrm>
            <a:off x="5550834" y="5354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4"/>
          <p:cNvCxnSpPr>
            <a:stCxn id="119" idx="2"/>
            <a:endCxn id="118" idx="0"/>
          </p:cNvCxnSpPr>
          <p:nvPr/>
        </p:nvCxnSpPr>
        <p:spPr>
          <a:xfrm>
            <a:off x="5550834" y="535425"/>
            <a:ext cx="0" cy="10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4"/>
          <p:cNvCxnSpPr>
            <a:stCxn id="118" idx="2"/>
            <a:endCxn id="120" idx="0"/>
          </p:cNvCxnSpPr>
          <p:nvPr/>
        </p:nvCxnSpPr>
        <p:spPr>
          <a:xfrm>
            <a:off x="5550834" y="1041564"/>
            <a:ext cx="600" cy="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4"/>
          <p:cNvCxnSpPr>
            <a:stCxn id="120" idx="2"/>
            <a:endCxn id="121" idx="0"/>
          </p:cNvCxnSpPr>
          <p:nvPr/>
        </p:nvCxnSpPr>
        <p:spPr>
          <a:xfrm>
            <a:off x="5551345" y="1539165"/>
            <a:ext cx="0" cy="10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4"/>
          <p:cNvCxnSpPr>
            <a:stCxn id="121" idx="2"/>
            <a:endCxn id="122" idx="0"/>
          </p:cNvCxnSpPr>
          <p:nvPr/>
        </p:nvCxnSpPr>
        <p:spPr>
          <a:xfrm>
            <a:off x="5551208" y="2043671"/>
            <a:ext cx="600" cy="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4"/>
          <p:cNvCxnSpPr>
            <a:stCxn id="122" idx="2"/>
            <a:endCxn id="123" idx="0"/>
          </p:cNvCxnSpPr>
          <p:nvPr/>
        </p:nvCxnSpPr>
        <p:spPr>
          <a:xfrm>
            <a:off x="5551719" y="2541272"/>
            <a:ext cx="0" cy="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4"/>
          <p:cNvCxnSpPr>
            <a:stCxn id="123" idx="2"/>
            <a:endCxn id="124" idx="0"/>
          </p:cNvCxnSpPr>
          <p:nvPr/>
        </p:nvCxnSpPr>
        <p:spPr>
          <a:xfrm>
            <a:off x="5551582" y="3031969"/>
            <a:ext cx="600" cy="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4"/>
          <p:cNvCxnSpPr>
            <a:stCxn id="124" idx="2"/>
            <a:endCxn id="125" idx="0"/>
          </p:cNvCxnSpPr>
          <p:nvPr/>
        </p:nvCxnSpPr>
        <p:spPr>
          <a:xfrm>
            <a:off x="5552093" y="3529571"/>
            <a:ext cx="0" cy="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4"/>
          <p:cNvCxnSpPr>
            <a:stCxn id="125" idx="2"/>
            <a:endCxn id="126" idx="0"/>
          </p:cNvCxnSpPr>
          <p:nvPr/>
        </p:nvCxnSpPr>
        <p:spPr>
          <a:xfrm>
            <a:off x="5551956" y="4027172"/>
            <a:ext cx="600" cy="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4"/>
          <p:cNvCxnSpPr>
            <a:stCxn id="126" idx="2"/>
            <a:endCxn id="127" idx="0"/>
          </p:cNvCxnSpPr>
          <p:nvPr/>
        </p:nvCxnSpPr>
        <p:spPr>
          <a:xfrm>
            <a:off x="5552467" y="4517870"/>
            <a:ext cx="0" cy="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4"/>
          <p:cNvCxnSpPr>
            <a:stCxn id="127" idx="3"/>
            <a:endCxn id="154" idx="2"/>
          </p:cNvCxnSpPr>
          <p:nvPr/>
        </p:nvCxnSpPr>
        <p:spPr>
          <a:xfrm flipH="1" rot="10800000">
            <a:off x="5946056" y="2263423"/>
            <a:ext cx="1090200" cy="25449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4"/>
          <p:cNvSpPr txBox="1"/>
          <p:nvPr/>
        </p:nvSpPr>
        <p:spPr>
          <a:xfrm>
            <a:off x="75549" y="0"/>
            <a:ext cx="25983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Inspection Overview</a:t>
            </a:r>
            <a:r>
              <a:rPr b="1" lang="en" sz="900">
                <a:solidFill>
                  <a:schemeClr val="dk1"/>
                </a:solidFill>
              </a:rPr>
              <a:t> </a:t>
            </a:r>
            <a:r>
              <a:rPr b="1" lang="en" sz="1000">
                <a:solidFill>
                  <a:schemeClr val="dk1"/>
                </a:solidFill>
              </a:rPr>
              <a:t>Flows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/>
          <p:nvPr/>
        </p:nvSpPr>
        <p:spPr>
          <a:xfrm>
            <a:off x="233865" y="755948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Upload Floor Plans</a:t>
            </a:r>
            <a:endParaRPr sz="900"/>
          </a:p>
        </p:txBody>
      </p:sp>
      <p:sp>
        <p:nvSpPr>
          <p:cNvPr id="172" name="Google Shape;172;p15"/>
          <p:cNvSpPr/>
          <p:nvPr/>
        </p:nvSpPr>
        <p:spPr>
          <a:xfrm>
            <a:off x="233875" y="1333925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Does FP need editing?</a:t>
            </a:r>
            <a:endParaRPr sz="800"/>
          </a:p>
        </p:txBody>
      </p:sp>
      <p:sp>
        <p:nvSpPr>
          <p:cNvPr id="173" name="Google Shape;173;p15"/>
          <p:cNvSpPr/>
          <p:nvPr/>
        </p:nvSpPr>
        <p:spPr>
          <a:xfrm>
            <a:off x="411630" y="1889033"/>
            <a:ext cx="431700" cy="400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yes</a:t>
            </a:r>
            <a:endParaRPr sz="600"/>
          </a:p>
        </p:txBody>
      </p:sp>
      <p:sp>
        <p:nvSpPr>
          <p:cNvPr id="174" name="Google Shape;174;p15"/>
          <p:cNvSpPr/>
          <p:nvPr/>
        </p:nvSpPr>
        <p:spPr>
          <a:xfrm>
            <a:off x="1208480" y="1351914"/>
            <a:ext cx="431700" cy="400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No</a:t>
            </a:r>
            <a:endParaRPr sz="600"/>
          </a:p>
        </p:txBody>
      </p:sp>
      <p:sp>
        <p:nvSpPr>
          <p:cNvPr id="175" name="Google Shape;175;p15"/>
          <p:cNvSpPr/>
          <p:nvPr/>
        </p:nvSpPr>
        <p:spPr>
          <a:xfrm>
            <a:off x="233875" y="2410450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Create simplified version</a:t>
            </a:r>
            <a:endParaRPr sz="800"/>
          </a:p>
        </p:txBody>
      </p:sp>
      <p:sp>
        <p:nvSpPr>
          <p:cNvPr id="176" name="Google Shape;176;p15"/>
          <p:cNvSpPr/>
          <p:nvPr/>
        </p:nvSpPr>
        <p:spPr>
          <a:xfrm>
            <a:off x="2190250" y="404800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Convert to Interactive Format (IF)</a:t>
            </a:r>
            <a:endParaRPr sz="800"/>
          </a:p>
        </p:txBody>
      </p:sp>
      <p:sp>
        <p:nvSpPr>
          <p:cNvPr id="177" name="Google Shape;177;p15"/>
          <p:cNvSpPr/>
          <p:nvPr/>
        </p:nvSpPr>
        <p:spPr>
          <a:xfrm>
            <a:off x="233875" y="2952750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User Approves</a:t>
            </a:r>
            <a:endParaRPr sz="800"/>
          </a:p>
        </p:txBody>
      </p:sp>
      <p:sp>
        <p:nvSpPr>
          <p:cNvPr id="178" name="Google Shape;178;p15"/>
          <p:cNvSpPr/>
          <p:nvPr/>
        </p:nvSpPr>
        <p:spPr>
          <a:xfrm>
            <a:off x="1208480" y="2970739"/>
            <a:ext cx="431700" cy="400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yes</a:t>
            </a:r>
            <a:endParaRPr sz="600"/>
          </a:p>
        </p:txBody>
      </p:sp>
      <p:sp>
        <p:nvSpPr>
          <p:cNvPr id="179" name="Google Shape;179;p15"/>
          <p:cNvSpPr/>
          <p:nvPr/>
        </p:nvSpPr>
        <p:spPr>
          <a:xfrm>
            <a:off x="411630" y="3528464"/>
            <a:ext cx="431700" cy="400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No</a:t>
            </a:r>
            <a:endParaRPr sz="600"/>
          </a:p>
        </p:txBody>
      </p:sp>
      <p:sp>
        <p:nvSpPr>
          <p:cNvPr id="180" name="Google Shape;180;p15"/>
          <p:cNvSpPr/>
          <p:nvPr/>
        </p:nvSpPr>
        <p:spPr>
          <a:xfrm>
            <a:off x="233875" y="4037350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Manual Edits</a:t>
            </a:r>
            <a:endParaRPr sz="800"/>
          </a:p>
        </p:txBody>
      </p:sp>
      <p:sp>
        <p:nvSpPr>
          <p:cNvPr id="181" name="Google Shape;181;p15"/>
          <p:cNvSpPr/>
          <p:nvPr/>
        </p:nvSpPr>
        <p:spPr>
          <a:xfrm>
            <a:off x="233875" y="4571575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User Approves</a:t>
            </a:r>
            <a:endParaRPr sz="800"/>
          </a:p>
        </p:txBody>
      </p:sp>
      <p:sp>
        <p:nvSpPr>
          <p:cNvPr id="182" name="Google Shape;182;p15"/>
          <p:cNvSpPr/>
          <p:nvPr/>
        </p:nvSpPr>
        <p:spPr>
          <a:xfrm>
            <a:off x="3181025" y="404800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IF Map Features</a:t>
            </a:r>
            <a:endParaRPr sz="800"/>
          </a:p>
        </p:txBody>
      </p:sp>
      <p:sp>
        <p:nvSpPr>
          <p:cNvPr id="183" name="Google Shape;183;p15"/>
          <p:cNvSpPr/>
          <p:nvPr/>
        </p:nvSpPr>
        <p:spPr>
          <a:xfrm>
            <a:off x="3181025" y="964525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Panning &amp; Zoom</a:t>
            </a:r>
            <a:endParaRPr sz="800"/>
          </a:p>
        </p:txBody>
      </p:sp>
      <p:sp>
        <p:nvSpPr>
          <p:cNvPr id="184" name="Google Shape;184;p15"/>
          <p:cNvSpPr/>
          <p:nvPr/>
        </p:nvSpPr>
        <p:spPr>
          <a:xfrm>
            <a:off x="3181025" y="1524250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Long press to add marker (Pin)</a:t>
            </a:r>
            <a:endParaRPr sz="800"/>
          </a:p>
        </p:txBody>
      </p:sp>
      <p:sp>
        <p:nvSpPr>
          <p:cNvPr id="185" name="Google Shape;185;p15"/>
          <p:cNvSpPr/>
          <p:nvPr/>
        </p:nvSpPr>
        <p:spPr>
          <a:xfrm>
            <a:off x="4186895" y="1524250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Pin Menu</a:t>
            </a:r>
            <a:endParaRPr sz="800"/>
          </a:p>
        </p:txBody>
      </p:sp>
      <p:sp>
        <p:nvSpPr>
          <p:cNvPr id="186" name="Google Shape;186;p15"/>
          <p:cNvSpPr/>
          <p:nvPr/>
        </p:nvSpPr>
        <p:spPr>
          <a:xfrm>
            <a:off x="5321184" y="433446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Add Hazard</a:t>
            </a:r>
            <a:endParaRPr sz="800"/>
          </a:p>
        </p:txBody>
      </p:sp>
      <p:sp>
        <p:nvSpPr>
          <p:cNvPr id="187" name="Google Shape;187;p15"/>
          <p:cNvSpPr/>
          <p:nvPr/>
        </p:nvSpPr>
        <p:spPr>
          <a:xfrm>
            <a:off x="7121434" y="954995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Add Generic Pics</a:t>
            </a:r>
            <a:endParaRPr sz="800"/>
          </a:p>
        </p:txBody>
      </p:sp>
      <p:sp>
        <p:nvSpPr>
          <p:cNvPr id="188" name="Google Shape;188;p15"/>
          <p:cNvSpPr/>
          <p:nvPr/>
        </p:nvSpPr>
        <p:spPr>
          <a:xfrm>
            <a:off x="5321184" y="1500026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Add Map Component</a:t>
            </a:r>
            <a:endParaRPr sz="800"/>
          </a:p>
        </p:txBody>
      </p:sp>
      <p:sp>
        <p:nvSpPr>
          <p:cNvPr id="189" name="Google Shape;189;p15"/>
          <p:cNvSpPr/>
          <p:nvPr/>
        </p:nvSpPr>
        <p:spPr>
          <a:xfrm>
            <a:off x="5321184" y="955008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Add Notes</a:t>
            </a:r>
            <a:endParaRPr sz="800"/>
          </a:p>
        </p:txBody>
      </p:sp>
      <p:sp>
        <p:nvSpPr>
          <p:cNvPr id="190" name="Google Shape;190;p15"/>
          <p:cNvSpPr/>
          <p:nvPr/>
        </p:nvSpPr>
        <p:spPr>
          <a:xfrm>
            <a:off x="5321184" y="2029574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Add Equipment</a:t>
            </a:r>
            <a:endParaRPr sz="800"/>
          </a:p>
        </p:txBody>
      </p:sp>
      <p:sp>
        <p:nvSpPr>
          <p:cNvPr id="191" name="Google Shape;191;p15"/>
          <p:cNvSpPr/>
          <p:nvPr/>
        </p:nvSpPr>
        <p:spPr>
          <a:xfrm>
            <a:off x="6221309" y="433446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Add Hazard Notes</a:t>
            </a:r>
            <a:endParaRPr sz="800"/>
          </a:p>
        </p:txBody>
      </p:sp>
      <p:sp>
        <p:nvSpPr>
          <p:cNvPr id="192" name="Google Shape;192;p15"/>
          <p:cNvSpPr/>
          <p:nvPr/>
        </p:nvSpPr>
        <p:spPr>
          <a:xfrm>
            <a:off x="7121434" y="433446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Add Hazard Pictures</a:t>
            </a:r>
            <a:endParaRPr sz="800"/>
          </a:p>
        </p:txBody>
      </p:sp>
      <p:sp>
        <p:nvSpPr>
          <p:cNvPr id="193" name="Google Shape;193;p15"/>
          <p:cNvSpPr/>
          <p:nvPr/>
        </p:nvSpPr>
        <p:spPr>
          <a:xfrm>
            <a:off x="6221319" y="955410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Add Generic Notes</a:t>
            </a:r>
            <a:endParaRPr sz="800"/>
          </a:p>
        </p:txBody>
      </p:sp>
      <p:sp>
        <p:nvSpPr>
          <p:cNvPr id="194" name="Google Shape;194;p15"/>
          <p:cNvSpPr/>
          <p:nvPr/>
        </p:nvSpPr>
        <p:spPr>
          <a:xfrm>
            <a:off x="6221344" y="1500019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Add walls, doors, rooms</a:t>
            </a:r>
            <a:endParaRPr sz="800"/>
          </a:p>
        </p:txBody>
      </p:sp>
      <p:sp>
        <p:nvSpPr>
          <p:cNvPr id="195" name="Google Shape;195;p15"/>
          <p:cNvSpPr/>
          <p:nvPr/>
        </p:nvSpPr>
        <p:spPr>
          <a:xfrm>
            <a:off x="7121494" y="1500041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Add Icon</a:t>
            </a:r>
            <a:endParaRPr sz="800"/>
          </a:p>
        </p:txBody>
      </p:sp>
      <p:sp>
        <p:nvSpPr>
          <p:cNvPr id="196" name="Google Shape;196;p15"/>
          <p:cNvSpPr/>
          <p:nvPr/>
        </p:nvSpPr>
        <p:spPr>
          <a:xfrm>
            <a:off x="8021644" y="1500038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Add color shape overlay</a:t>
            </a:r>
            <a:endParaRPr sz="800"/>
          </a:p>
        </p:txBody>
      </p:sp>
      <p:sp>
        <p:nvSpPr>
          <p:cNvPr id="197" name="Google Shape;197;p15"/>
          <p:cNvSpPr/>
          <p:nvPr/>
        </p:nvSpPr>
        <p:spPr>
          <a:xfrm>
            <a:off x="2673633" y="2457649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User Additions</a:t>
            </a:r>
            <a:endParaRPr sz="800"/>
          </a:p>
        </p:txBody>
      </p:sp>
      <p:sp>
        <p:nvSpPr>
          <p:cNvPr id="198" name="Google Shape;198;p15"/>
          <p:cNvSpPr/>
          <p:nvPr/>
        </p:nvSpPr>
        <p:spPr>
          <a:xfrm>
            <a:off x="2673633" y="3186829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User Approves</a:t>
            </a:r>
            <a:endParaRPr sz="800"/>
          </a:p>
        </p:txBody>
      </p:sp>
      <p:sp>
        <p:nvSpPr>
          <p:cNvPr id="199" name="Google Shape;199;p15"/>
          <p:cNvSpPr/>
          <p:nvPr/>
        </p:nvSpPr>
        <p:spPr>
          <a:xfrm>
            <a:off x="2673633" y="3850354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IF Map loaded for inspection</a:t>
            </a:r>
            <a:endParaRPr sz="800"/>
          </a:p>
        </p:txBody>
      </p:sp>
      <p:cxnSp>
        <p:nvCxnSpPr>
          <p:cNvPr id="200" name="Google Shape;200;p15"/>
          <p:cNvCxnSpPr>
            <a:stCxn id="171" idx="2"/>
            <a:endCxn id="172" idx="0"/>
          </p:cNvCxnSpPr>
          <p:nvPr/>
        </p:nvCxnSpPr>
        <p:spPr>
          <a:xfrm>
            <a:off x="627465" y="1156448"/>
            <a:ext cx="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15"/>
          <p:cNvCxnSpPr>
            <a:stCxn id="172" idx="2"/>
            <a:endCxn id="173" idx="0"/>
          </p:cNvCxnSpPr>
          <p:nvPr/>
        </p:nvCxnSpPr>
        <p:spPr>
          <a:xfrm>
            <a:off x="627475" y="1770425"/>
            <a:ext cx="0" cy="11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5"/>
          <p:cNvCxnSpPr>
            <a:stCxn id="175" idx="0"/>
            <a:endCxn id="175" idx="0"/>
          </p:cNvCxnSpPr>
          <p:nvPr/>
        </p:nvCxnSpPr>
        <p:spPr>
          <a:xfrm>
            <a:off x="627475" y="24104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5"/>
          <p:cNvCxnSpPr>
            <a:stCxn id="173" idx="4"/>
            <a:endCxn id="175" idx="0"/>
          </p:cNvCxnSpPr>
          <p:nvPr/>
        </p:nvCxnSpPr>
        <p:spPr>
          <a:xfrm>
            <a:off x="627480" y="2289533"/>
            <a:ext cx="0" cy="12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15"/>
          <p:cNvCxnSpPr>
            <a:stCxn id="177" idx="0"/>
            <a:endCxn id="177" idx="0"/>
          </p:cNvCxnSpPr>
          <p:nvPr/>
        </p:nvCxnSpPr>
        <p:spPr>
          <a:xfrm>
            <a:off x="627475" y="29527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5"/>
          <p:cNvCxnSpPr>
            <a:stCxn id="175" idx="2"/>
            <a:endCxn id="177" idx="0"/>
          </p:cNvCxnSpPr>
          <p:nvPr/>
        </p:nvCxnSpPr>
        <p:spPr>
          <a:xfrm>
            <a:off x="627475" y="2846950"/>
            <a:ext cx="0" cy="10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15"/>
          <p:cNvCxnSpPr>
            <a:stCxn id="177" idx="2"/>
            <a:endCxn id="179" idx="0"/>
          </p:cNvCxnSpPr>
          <p:nvPr/>
        </p:nvCxnSpPr>
        <p:spPr>
          <a:xfrm>
            <a:off x="627475" y="3389250"/>
            <a:ext cx="0" cy="13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5"/>
          <p:cNvCxnSpPr>
            <a:stCxn id="179" idx="4"/>
            <a:endCxn id="180" idx="0"/>
          </p:cNvCxnSpPr>
          <p:nvPr/>
        </p:nvCxnSpPr>
        <p:spPr>
          <a:xfrm>
            <a:off x="627480" y="3928964"/>
            <a:ext cx="0" cy="10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15"/>
          <p:cNvCxnSpPr>
            <a:stCxn id="180" idx="2"/>
            <a:endCxn id="181" idx="0"/>
          </p:cNvCxnSpPr>
          <p:nvPr/>
        </p:nvCxnSpPr>
        <p:spPr>
          <a:xfrm>
            <a:off x="627475" y="4473850"/>
            <a:ext cx="0" cy="9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5"/>
          <p:cNvCxnSpPr>
            <a:stCxn id="181" idx="3"/>
            <a:endCxn id="178" idx="4"/>
          </p:cNvCxnSpPr>
          <p:nvPr/>
        </p:nvCxnSpPr>
        <p:spPr>
          <a:xfrm flipH="1" rot="10800000">
            <a:off x="1021075" y="3371125"/>
            <a:ext cx="403200" cy="1418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15"/>
          <p:cNvCxnSpPr>
            <a:stCxn id="177" idx="3"/>
            <a:endCxn id="178" idx="2"/>
          </p:cNvCxnSpPr>
          <p:nvPr/>
        </p:nvCxnSpPr>
        <p:spPr>
          <a:xfrm>
            <a:off x="1021075" y="3171000"/>
            <a:ext cx="18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5"/>
          <p:cNvCxnSpPr>
            <a:stCxn id="172" idx="3"/>
            <a:endCxn id="174" idx="2"/>
          </p:cNvCxnSpPr>
          <p:nvPr/>
        </p:nvCxnSpPr>
        <p:spPr>
          <a:xfrm>
            <a:off x="1021075" y="1552175"/>
            <a:ext cx="18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15"/>
          <p:cNvCxnSpPr>
            <a:stCxn id="178" idx="6"/>
            <a:endCxn id="176" idx="1"/>
          </p:cNvCxnSpPr>
          <p:nvPr/>
        </p:nvCxnSpPr>
        <p:spPr>
          <a:xfrm flipH="1" rot="10800000">
            <a:off x="1640180" y="623089"/>
            <a:ext cx="550200" cy="2547900"/>
          </a:xfrm>
          <a:prstGeom prst="bentConnector3">
            <a:avLst>
              <a:gd fmla="val 4998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15"/>
          <p:cNvCxnSpPr>
            <a:stCxn id="174" idx="0"/>
            <a:endCxn id="176" idx="1"/>
          </p:cNvCxnSpPr>
          <p:nvPr/>
        </p:nvCxnSpPr>
        <p:spPr>
          <a:xfrm rot="-5400000">
            <a:off x="1442780" y="604464"/>
            <a:ext cx="729000" cy="765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15"/>
          <p:cNvCxnSpPr>
            <a:stCxn id="176" idx="3"/>
            <a:endCxn id="182" idx="1"/>
          </p:cNvCxnSpPr>
          <p:nvPr/>
        </p:nvCxnSpPr>
        <p:spPr>
          <a:xfrm>
            <a:off x="2977450" y="623050"/>
            <a:ext cx="20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15"/>
          <p:cNvCxnSpPr>
            <a:stCxn id="182" idx="2"/>
            <a:endCxn id="183" idx="0"/>
          </p:cNvCxnSpPr>
          <p:nvPr/>
        </p:nvCxnSpPr>
        <p:spPr>
          <a:xfrm>
            <a:off x="3574625" y="841300"/>
            <a:ext cx="0" cy="1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15"/>
          <p:cNvCxnSpPr>
            <a:stCxn id="183" idx="2"/>
            <a:endCxn id="184" idx="0"/>
          </p:cNvCxnSpPr>
          <p:nvPr/>
        </p:nvCxnSpPr>
        <p:spPr>
          <a:xfrm>
            <a:off x="3574625" y="1401025"/>
            <a:ext cx="0" cy="1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5"/>
          <p:cNvCxnSpPr>
            <a:stCxn id="184" idx="3"/>
            <a:endCxn id="185" idx="1"/>
          </p:cNvCxnSpPr>
          <p:nvPr/>
        </p:nvCxnSpPr>
        <p:spPr>
          <a:xfrm>
            <a:off x="3968225" y="1742500"/>
            <a:ext cx="21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5"/>
          <p:cNvCxnSpPr>
            <a:stCxn id="185" idx="3"/>
            <a:endCxn id="186" idx="1"/>
          </p:cNvCxnSpPr>
          <p:nvPr/>
        </p:nvCxnSpPr>
        <p:spPr>
          <a:xfrm flipH="1" rot="10800000">
            <a:off x="4974095" y="651700"/>
            <a:ext cx="347100" cy="10908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5"/>
          <p:cNvCxnSpPr>
            <a:stCxn id="185" idx="3"/>
            <a:endCxn id="189" idx="1"/>
          </p:cNvCxnSpPr>
          <p:nvPr/>
        </p:nvCxnSpPr>
        <p:spPr>
          <a:xfrm flipH="1" rot="10800000">
            <a:off x="4974095" y="1173400"/>
            <a:ext cx="347100" cy="5691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5"/>
          <p:cNvCxnSpPr>
            <a:stCxn id="185" idx="3"/>
            <a:endCxn id="188" idx="1"/>
          </p:cNvCxnSpPr>
          <p:nvPr/>
        </p:nvCxnSpPr>
        <p:spPr>
          <a:xfrm flipH="1" rot="10800000">
            <a:off x="4974095" y="1718200"/>
            <a:ext cx="347100" cy="243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5"/>
          <p:cNvCxnSpPr>
            <a:stCxn id="185" idx="3"/>
            <a:endCxn id="190" idx="1"/>
          </p:cNvCxnSpPr>
          <p:nvPr/>
        </p:nvCxnSpPr>
        <p:spPr>
          <a:xfrm>
            <a:off x="4974095" y="1742500"/>
            <a:ext cx="347100" cy="5052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15"/>
          <p:cNvCxnSpPr>
            <a:endCxn id="191" idx="1"/>
          </p:cNvCxnSpPr>
          <p:nvPr/>
        </p:nvCxnSpPr>
        <p:spPr>
          <a:xfrm>
            <a:off x="6108509" y="651696"/>
            <a:ext cx="11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15"/>
          <p:cNvCxnSpPr>
            <a:stCxn id="192" idx="1"/>
            <a:endCxn id="192" idx="1"/>
          </p:cNvCxnSpPr>
          <p:nvPr/>
        </p:nvCxnSpPr>
        <p:spPr>
          <a:xfrm>
            <a:off x="7121434" y="651696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15"/>
          <p:cNvCxnSpPr>
            <a:stCxn id="191" idx="3"/>
            <a:endCxn id="192" idx="1"/>
          </p:cNvCxnSpPr>
          <p:nvPr/>
        </p:nvCxnSpPr>
        <p:spPr>
          <a:xfrm>
            <a:off x="7008509" y="651696"/>
            <a:ext cx="11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15"/>
          <p:cNvCxnSpPr>
            <a:stCxn id="189" idx="3"/>
            <a:endCxn id="193" idx="1"/>
          </p:cNvCxnSpPr>
          <p:nvPr/>
        </p:nvCxnSpPr>
        <p:spPr>
          <a:xfrm>
            <a:off x="6108384" y="1173258"/>
            <a:ext cx="1128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15"/>
          <p:cNvCxnSpPr>
            <a:stCxn id="193" idx="3"/>
            <a:endCxn id="187" idx="1"/>
          </p:cNvCxnSpPr>
          <p:nvPr/>
        </p:nvCxnSpPr>
        <p:spPr>
          <a:xfrm flipH="1" rot="10800000">
            <a:off x="7008519" y="1173360"/>
            <a:ext cx="1128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15"/>
          <p:cNvCxnSpPr>
            <a:stCxn id="188" idx="3"/>
            <a:endCxn id="194" idx="1"/>
          </p:cNvCxnSpPr>
          <p:nvPr/>
        </p:nvCxnSpPr>
        <p:spPr>
          <a:xfrm>
            <a:off x="6108384" y="1718276"/>
            <a:ext cx="1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15"/>
          <p:cNvCxnSpPr>
            <a:endCxn id="195" idx="1"/>
          </p:cNvCxnSpPr>
          <p:nvPr/>
        </p:nvCxnSpPr>
        <p:spPr>
          <a:xfrm>
            <a:off x="7008394" y="1718291"/>
            <a:ext cx="1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15"/>
          <p:cNvCxnSpPr>
            <a:endCxn id="196" idx="1"/>
          </p:cNvCxnSpPr>
          <p:nvPr/>
        </p:nvCxnSpPr>
        <p:spPr>
          <a:xfrm>
            <a:off x="7908544" y="1718288"/>
            <a:ext cx="1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15"/>
          <p:cNvCxnSpPr>
            <a:stCxn id="176" idx="2"/>
            <a:endCxn id="197" idx="0"/>
          </p:cNvCxnSpPr>
          <p:nvPr/>
        </p:nvCxnSpPr>
        <p:spPr>
          <a:xfrm flipH="1" rot="-5400000">
            <a:off x="2017300" y="1407850"/>
            <a:ext cx="1616400" cy="483300"/>
          </a:xfrm>
          <a:prstGeom prst="bentConnector3">
            <a:avLst>
              <a:gd fmla="val 7878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15"/>
          <p:cNvCxnSpPr>
            <a:stCxn id="197" idx="2"/>
            <a:endCxn id="198" idx="0"/>
          </p:cNvCxnSpPr>
          <p:nvPr/>
        </p:nvCxnSpPr>
        <p:spPr>
          <a:xfrm>
            <a:off x="3067233" y="2894149"/>
            <a:ext cx="0" cy="29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15"/>
          <p:cNvCxnSpPr>
            <a:stCxn id="198" idx="2"/>
            <a:endCxn id="199" idx="0"/>
          </p:cNvCxnSpPr>
          <p:nvPr/>
        </p:nvCxnSpPr>
        <p:spPr>
          <a:xfrm>
            <a:off x="3067233" y="3623329"/>
            <a:ext cx="0" cy="22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15"/>
          <p:cNvSpPr/>
          <p:nvPr/>
        </p:nvSpPr>
        <p:spPr>
          <a:xfrm>
            <a:off x="3726175" y="3438002"/>
            <a:ext cx="1261200" cy="1261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Ready for Inspection</a:t>
            </a:r>
            <a:endParaRPr sz="1800"/>
          </a:p>
        </p:txBody>
      </p:sp>
      <p:cxnSp>
        <p:nvCxnSpPr>
          <p:cNvPr id="234" name="Google Shape;234;p15"/>
          <p:cNvCxnSpPr>
            <a:stCxn id="199" idx="3"/>
            <a:endCxn id="233" idx="2"/>
          </p:cNvCxnSpPr>
          <p:nvPr/>
        </p:nvCxnSpPr>
        <p:spPr>
          <a:xfrm>
            <a:off x="3460833" y="4068604"/>
            <a:ext cx="26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15"/>
          <p:cNvSpPr/>
          <p:nvPr/>
        </p:nvSpPr>
        <p:spPr>
          <a:xfrm>
            <a:off x="5330079" y="2559617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Add Chemicals</a:t>
            </a:r>
            <a:endParaRPr sz="800"/>
          </a:p>
        </p:txBody>
      </p:sp>
      <p:cxnSp>
        <p:nvCxnSpPr>
          <p:cNvPr id="236" name="Google Shape;236;p15"/>
          <p:cNvCxnSpPr>
            <a:stCxn id="185" idx="3"/>
            <a:endCxn id="235" idx="1"/>
          </p:cNvCxnSpPr>
          <p:nvPr/>
        </p:nvCxnSpPr>
        <p:spPr>
          <a:xfrm>
            <a:off x="4974095" y="1742500"/>
            <a:ext cx="356100" cy="1035300"/>
          </a:xfrm>
          <a:prstGeom prst="curvedConnector3">
            <a:avLst>
              <a:gd fmla="val 4998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15"/>
          <p:cNvSpPr/>
          <p:nvPr/>
        </p:nvSpPr>
        <p:spPr>
          <a:xfrm>
            <a:off x="6213764" y="2023364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*See Equipment Features</a:t>
            </a:r>
            <a:endParaRPr sz="800"/>
          </a:p>
        </p:txBody>
      </p:sp>
      <p:sp>
        <p:nvSpPr>
          <p:cNvPr id="238" name="Google Shape;238;p15"/>
          <p:cNvSpPr/>
          <p:nvPr/>
        </p:nvSpPr>
        <p:spPr>
          <a:xfrm>
            <a:off x="6221353" y="2561841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*See Chemicals Features</a:t>
            </a:r>
            <a:endParaRPr sz="800"/>
          </a:p>
        </p:txBody>
      </p:sp>
      <p:sp>
        <p:nvSpPr>
          <p:cNvPr id="239" name="Google Shape;239;p15"/>
          <p:cNvSpPr/>
          <p:nvPr/>
        </p:nvSpPr>
        <p:spPr>
          <a:xfrm>
            <a:off x="5328254" y="3089667"/>
            <a:ext cx="787200" cy="436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Move / </a:t>
            </a:r>
            <a:r>
              <a:rPr lang="en" sz="800"/>
              <a:t>Remove</a:t>
            </a:r>
            <a:endParaRPr sz="800"/>
          </a:p>
        </p:txBody>
      </p:sp>
      <p:cxnSp>
        <p:nvCxnSpPr>
          <p:cNvPr id="240" name="Google Shape;240;p15"/>
          <p:cNvCxnSpPr>
            <a:stCxn id="185" idx="3"/>
            <a:endCxn id="239" idx="1"/>
          </p:cNvCxnSpPr>
          <p:nvPr/>
        </p:nvCxnSpPr>
        <p:spPr>
          <a:xfrm>
            <a:off x="4974095" y="1742500"/>
            <a:ext cx="354300" cy="1565400"/>
          </a:xfrm>
          <a:prstGeom prst="curvedConnector3">
            <a:avLst>
              <a:gd fmla="val 4998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15"/>
          <p:cNvCxnSpPr>
            <a:endCxn id="237" idx="1"/>
          </p:cNvCxnSpPr>
          <p:nvPr/>
        </p:nvCxnSpPr>
        <p:spPr>
          <a:xfrm>
            <a:off x="6108464" y="2240414"/>
            <a:ext cx="1053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15"/>
          <p:cNvCxnSpPr>
            <a:stCxn id="235" idx="3"/>
            <a:endCxn id="238" idx="1"/>
          </p:cNvCxnSpPr>
          <p:nvPr/>
        </p:nvCxnSpPr>
        <p:spPr>
          <a:xfrm>
            <a:off x="6117279" y="2777867"/>
            <a:ext cx="1041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15"/>
          <p:cNvSpPr txBox="1"/>
          <p:nvPr/>
        </p:nvSpPr>
        <p:spPr>
          <a:xfrm>
            <a:off x="16" y="9"/>
            <a:ext cx="35673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Document Upload </a:t>
            </a:r>
            <a:r>
              <a:rPr lang="en" sz="1200">
                <a:solidFill>
                  <a:schemeClr val="dk2"/>
                </a:solidFill>
              </a:rPr>
              <a:t>- </a:t>
            </a:r>
            <a:r>
              <a:rPr b="1" lang="en" sz="900">
                <a:solidFill>
                  <a:schemeClr val="dk1"/>
                </a:solidFill>
              </a:rPr>
              <a:t>Floor Plans Upload Feature Flows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16"/>
          <p:cNvGrpSpPr/>
          <p:nvPr/>
        </p:nvGrpSpPr>
        <p:grpSpPr>
          <a:xfrm>
            <a:off x="779600" y="593150"/>
            <a:ext cx="1796400" cy="3431700"/>
            <a:chOff x="779600" y="593150"/>
            <a:chExt cx="1796400" cy="3431700"/>
          </a:xfrm>
        </p:grpSpPr>
        <p:sp>
          <p:nvSpPr>
            <p:cNvPr id="249" name="Google Shape;249;p16"/>
            <p:cNvSpPr/>
            <p:nvPr/>
          </p:nvSpPr>
          <p:spPr>
            <a:xfrm>
              <a:off x="779600" y="593150"/>
              <a:ext cx="1796400" cy="1695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2474300" y="593150"/>
              <a:ext cx="101700" cy="34317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821950" y="3686025"/>
              <a:ext cx="1711800" cy="3387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79600" y="593150"/>
              <a:ext cx="101700" cy="34317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1542200" y="3719775"/>
              <a:ext cx="271200" cy="271200"/>
            </a:xfrm>
            <a:prstGeom prst="ellipse">
              <a:avLst/>
            </a:prstGeom>
            <a:solidFill>
              <a:srgbClr val="43434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7761395" y="2091704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Emergency Action Plans (EAP)</a:t>
            </a:r>
            <a:endParaRPr sz="800"/>
          </a:p>
        </p:txBody>
      </p:sp>
      <p:sp>
        <p:nvSpPr>
          <p:cNvPr id="259" name="Google Shape;259;p17"/>
          <p:cNvSpPr/>
          <p:nvPr/>
        </p:nvSpPr>
        <p:spPr>
          <a:xfrm>
            <a:off x="7761907" y="2651442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New EAP</a:t>
            </a:r>
            <a:endParaRPr sz="900"/>
          </a:p>
        </p:txBody>
      </p:sp>
      <p:sp>
        <p:nvSpPr>
          <p:cNvPr id="260" name="Google Shape;260;p17"/>
          <p:cNvSpPr/>
          <p:nvPr/>
        </p:nvSpPr>
        <p:spPr>
          <a:xfrm>
            <a:off x="7762418" y="3197371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Continue EAP</a:t>
            </a:r>
            <a:endParaRPr sz="900"/>
          </a:p>
        </p:txBody>
      </p:sp>
      <p:sp>
        <p:nvSpPr>
          <p:cNvPr id="261" name="Google Shape;261;p17"/>
          <p:cNvSpPr/>
          <p:nvPr/>
        </p:nvSpPr>
        <p:spPr>
          <a:xfrm>
            <a:off x="7762929" y="3750205"/>
            <a:ext cx="787200" cy="40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EAP Catalog</a:t>
            </a:r>
            <a:endParaRPr sz="900"/>
          </a:p>
        </p:txBody>
      </p:sp>
      <p:cxnSp>
        <p:nvCxnSpPr>
          <p:cNvPr id="262" name="Google Shape;262;p17"/>
          <p:cNvCxnSpPr>
            <a:stCxn id="258" idx="2"/>
            <a:endCxn id="259" idx="0"/>
          </p:cNvCxnSpPr>
          <p:nvPr/>
        </p:nvCxnSpPr>
        <p:spPr>
          <a:xfrm>
            <a:off x="8154995" y="2492204"/>
            <a:ext cx="600" cy="15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17"/>
          <p:cNvCxnSpPr>
            <a:stCxn id="259" idx="2"/>
            <a:endCxn id="260" idx="0"/>
          </p:cNvCxnSpPr>
          <p:nvPr/>
        </p:nvCxnSpPr>
        <p:spPr>
          <a:xfrm>
            <a:off x="8155507" y="3051942"/>
            <a:ext cx="600" cy="14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17"/>
          <p:cNvCxnSpPr>
            <a:stCxn id="260" idx="2"/>
            <a:endCxn id="261" idx="0"/>
          </p:cNvCxnSpPr>
          <p:nvPr/>
        </p:nvCxnSpPr>
        <p:spPr>
          <a:xfrm>
            <a:off x="8156018" y="3597871"/>
            <a:ext cx="60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